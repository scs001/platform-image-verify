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377440"/>
            <a:ext cx="9966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萬星平台年度汇报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经营亮点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· 营收 +38.2%</a:t>
            </a:r>
          </a:p>
          <a:p>
            <a:r>
              <a:rPr sz="2000"/>
              <a:t>· NPS 91.5</a:t>
            </a:r>
          </a:p>
          <a:p>
            <a:r>
              <a:rPr sz="2000"/>
              <a:t>· 生态伙伴 12 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明年重点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· 计费闭环</a:t>
            </a:r>
          </a:p>
          <a:p>
            <a:r>
              <a:rPr sz="2000"/>
              <a:t>· 多租户隔离</a:t>
            </a:r>
          </a:p>
          <a:p>
            <a:r>
              <a:rPr sz="2000"/>
              <a:t>· 垂直内容深耕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