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萬星平台年度汇报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39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9E2F3"/>
                </a:solidFill>
              </a:rPr>
              <a:t>从能力建设到商业闭环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7E7"/>
                </a:solidFill>
              </a:rPr>
              <a:t>汇报人：FindData · 2026.10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